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QR Attendance &amp; ERP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Secure, Scalable, and Geofenced Attendance Management</a:t>
            </a:r>
          </a:p>
          <a:p/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attendance systems face major challenges:</a:t>
            </a:r>
          </a:p>
          <a:p>
            <a:pPr lvl="1"/>
            <a:r>
              <a:t>Time Consuming: Calling roll numbers wastes 10-15 minutes of lecture time.</a:t>
            </a:r>
          </a:p>
          <a:p>
            <a:pPr lvl="1"/>
            <a:r>
              <a:t>Proxy Attendance: Manual signatures or basic apps are easily manipulated by students.</a:t>
            </a:r>
          </a:p>
          <a:p>
            <a:pPr lvl="1"/>
            <a:r>
              <a:t>Data Silos: Attendance data is rarely synchronized with the college's main ERP in real-time.</a:t>
            </a:r>
          </a:p>
          <a:p>
            <a:pPr lvl="1"/>
            <a:r>
              <a:t>Poor Analytics: Hard to identify students with critically low attendance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Core Features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Dynamic QR Codes: QR codes refresh every 10 seconds to prevent screenshots.</a:t>
            </a:r>
          </a:p>
          <a:p>
            <a:r>
              <a:t>Geofencing Validation: Students must be physically within the classroom's GPS radius (e.g. 50 meters) to scan.</a:t>
            </a:r>
          </a:p>
          <a:p>
            <a:r>
              <a:t>Device Fingerprinting: Prevents a student from marking attendance for multiple accounts on a single phone.</a:t>
            </a:r>
          </a:p>
          <a:p>
            <a:r>
              <a:t>Deep RBAC Hierarchy: Strict separation of concerns (Principal &gt; HOD &gt; Class Teacher &gt; Faculty &gt; Student).</a:t>
            </a:r>
          </a:p>
          <a:p>
            <a:r>
              <a:t>Live Analytics Dashboard: Real-time graphs for HODs and Principals to monitor attendance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System Hierarchy (Worktree)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and visibility flow securely from top to bottom:</a:t>
            </a:r>
          </a:p>
          <a:p>
            <a:pPr lvl="1"/>
            <a:r>
              <a:t>1. Super Admin (Manages multiple colleges &amp; system health)</a:t>
            </a:r>
          </a:p>
          <a:p>
            <a:pPr lvl="2"/>
            <a:r>
              <a:t>2. Principal (Global view of their specific college)</a:t>
            </a:r>
          </a:p>
          <a:p>
            <a:pPr lvl="3"/>
            <a:r>
              <a:t>3. HOD (Head of Department)</a:t>
            </a:r>
          </a:p>
          <a:p>
            <a:pPr lvl="4"/>
            <a:r>
              <a:t>Views all Faculty &amp; Class Teachers within their branch</a:t>
            </a:r>
          </a:p>
          <a:p>
            <a:pPr lvl="4"/>
            <a:r>
              <a:t>4. Class Teacher / Faculty</a:t>
            </a:r>
          </a:p>
          <a:p>
            <a:pPr lvl="5"/>
            <a:r>
              <a:t>Manages attendance, timetable, and analytics for their assigned classes</a:t>
            </a:r>
          </a:p>
          <a:p>
            <a:pPr lvl="6"/>
            <a:r>
              <a:t>5. Student (Views own attendance and scans QR)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QR Scanning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process of secure attendance marking:</a:t>
            </a:r>
          </a:p>
          <a:p>
            <a:pPr lvl="1"/>
            <a:r>
              <a:t>[START] Faculty generates session on Smart Board</a:t>
            </a:r>
          </a:p>
          <a:p>
            <a:pPr lvl="2"/>
            <a:r>
              <a:t>➔ QR Code appears and rotates every 10s</a:t>
            </a:r>
          </a:p>
          <a:p>
            <a:pPr lvl="1"/>
            <a:r>
              <a:t>[SCAN] Student scans QR via Mobile App</a:t>
            </a:r>
          </a:p>
          <a:p>
            <a:pPr lvl="2"/>
            <a:r>
              <a:t>➔ Check 1: Is the token valid and not expired?</a:t>
            </a:r>
          </a:p>
          <a:p>
            <a:pPr lvl="2"/>
            <a:r>
              <a:t>➔ Check 2: Is student's GPS within classroom radius?</a:t>
            </a:r>
          </a:p>
          <a:p>
            <a:pPr lvl="2"/>
            <a:r>
              <a:t>➔ Check 3: Is device fingerprint unique?</a:t>
            </a:r>
          </a:p>
          <a:p>
            <a:pPr lvl="1"/>
            <a:r>
              <a:t>[SUCCESS] Attendance marked in database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Third-Party ERP Integration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we integrate with a College's existing legacy ERP:</a:t>
            </a:r>
          </a:p>
          <a:p>
            <a:pPr lvl="1"/>
            <a:r>
              <a:t>RESTful API Endpoints: We provide secure API keys for the college to fetch daily attendance logs.</a:t>
            </a:r>
          </a:p>
          <a:p>
            <a:pPr lvl="1"/>
            <a:r>
              <a:t>Webhooks: The system can instantly POST attendance data to the college's ERP server the moment a session ends.</a:t>
            </a:r>
          </a:p>
          <a:p>
            <a:pPr lvl="1"/>
            <a:r>
              <a:t>CSV/Excel Exports: Standardized automated reports generated daily for manual ERP imports.</a:t>
            </a:r>
          </a:p>
          <a:p>
            <a:pPr lvl="1"/>
            <a:r>
              <a:t>Data Preservation: Our system acts as the 'Attendance Microservice', ensuring the legacy ERP remains the ultimate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Business Model (B2B 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sustainable path to commercialization:</a:t>
            </a:r>
          </a:p>
          <a:p>
            <a:pPr lvl="1"/>
            <a:r>
              <a:t>Tier 1: Free/Basic (Open for small institutes, max 100 students) - Serves as product marketing.</a:t>
            </a:r>
          </a:p>
          <a:p>
            <a:pPr lvl="1"/>
            <a:r>
              <a:t>Tier 2: Pro Tier ($X per student/year) - Unlocks Geofencing, Advanced Analytics, and ERP Webhooks.</a:t>
            </a:r>
          </a:p>
          <a:p>
            <a:pPr lvl="1"/>
            <a:r>
              <a:t>Tier 3: Enterprise White-label - We deploy a custom-branded version of the app directly on the college's own AWS/Azure servers for strict data compliance.</a:t>
            </a:r>
          </a:p>
          <a:p>
            <a:pPr lvl="1"/>
            <a:r>
              <a:t>Hardware Upsell: Selling dedicated RFID/QR kiosk tablets for classroom doors.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A robust, proxy-proof solution solving a real-world problem.</a:t>
            </a:r>
          </a:p>
          <a:p>
            <a:pPr lvl="1"/>
            <a:r>
              <a:t>Modern Tech Stack ensures speed, reliability, and security.</a:t>
            </a:r>
          </a:p>
          <a:p>
            <a:pPr lvl="1"/>
            <a:r>
              <a:t>Highly scalable with a clear path to API integration and commercial viability.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